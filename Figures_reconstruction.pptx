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  <p:sldMasterId id="2147483780" r:id="rId11"/>
    <p:sldMasterId id="2147483792" r:id="rId12"/>
    <p:sldMasterId id="2147483804" r:id="rId13"/>
    <p:sldMasterId id="2147483816" r:id="rId14"/>
    <p:sldMasterId id="2147483828" r:id="rId15"/>
  </p:sldMasterIdLst>
  <p:notesMasterIdLst>
    <p:notesMasterId r:id="rId20"/>
  </p:notesMasterIdLst>
  <p:sldIdLst>
    <p:sldId id="443" r:id="rId16"/>
    <p:sldId id="444" r:id="rId17"/>
    <p:sldId id="445" r:id="rId18"/>
    <p:sldId id="446" r:id="rId19"/>
  </p:sldIdLst>
  <p:sldSz cx="9144000" cy="6858000" type="screen4x3"/>
  <p:notesSz cx="6881813" cy="9296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8192" autoAdjust="0"/>
  </p:normalViewPr>
  <p:slideViewPr>
    <p:cSldViewPr>
      <p:cViewPr varScale="1">
        <p:scale>
          <a:sx n="95" d="100"/>
          <a:sy n="95" d="100"/>
        </p:scale>
        <p:origin x="4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59D8FE6F-73A5-446D-8720-D90D35323F04}" type="datetimeFigureOut">
              <a:rPr lang="en-US" smtClean="0"/>
              <a:t>1/22/2019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0963" y="1162050"/>
            <a:ext cx="4179887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30634403-029A-4900-9493-A0DBC3304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14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758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071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744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885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37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384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294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106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637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971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285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0121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11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8238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344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2429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64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006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7489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085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974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076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3830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218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690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80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9027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1595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628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609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539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4882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97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654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086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18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746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543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64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774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277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526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39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115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3178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7060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282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525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137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96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93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475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50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9655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162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67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7501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286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546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26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0904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444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343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860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094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890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1919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483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942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3860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9429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260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512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2400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65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724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106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11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113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218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633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7332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52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962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813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543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00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994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216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42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21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776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87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655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824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2114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156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46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939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3810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0083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9979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699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911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31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97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971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631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929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302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651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0565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0318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958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535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680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1888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228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878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073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0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868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614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68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747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475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2846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521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637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645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433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2678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43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700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123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581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454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857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0149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423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378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28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360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 descr="new_logo_final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new_logo_final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57200" y="2971800"/>
            <a:ext cx="8153400" cy="152400"/>
          </a:xfrm>
          <a:prstGeom prst="rect">
            <a:avLst/>
          </a:prstGeom>
          <a:gradFill rotWithShape="1">
            <a:gsLst>
              <a:gs pos="0">
                <a:srgbClr val="287F3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43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zh-CN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Times New Roman" pitchFamily="18" charset="0"/>
              <a:buNone/>
              <a:defRPr sz="30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638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5240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5899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3900" y="914400"/>
            <a:ext cx="41529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5684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63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969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15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235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6455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95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0"/>
            <a:ext cx="2133600" cy="6477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248400" cy="6477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928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9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2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23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55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08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11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8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18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1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60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19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57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06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458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dirty="0" smtClean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ea typeface="宋体" pitchFamily="2" charset="-122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  <a:ea typeface="宋体" pitchFamily="2" charset="-122"/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12"/>
          <p:cNvSpPr>
            <a:spLocks noChangeArrowheads="1"/>
          </p:cNvSpPr>
          <p:nvPr/>
        </p:nvSpPr>
        <p:spPr bwMode="auto">
          <a:xfrm>
            <a:off x="228600" y="762000"/>
            <a:ext cx="7543800" cy="152400"/>
          </a:xfrm>
          <a:prstGeom prst="rect">
            <a:avLst/>
          </a:prstGeom>
          <a:gradFill rotWithShape="0">
            <a:gsLst>
              <a:gs pos="0">
                <a:srgbClr val="297F3D">
                  <a:alpha val="99001"/>
                </a:srgbClr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3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Times New Roman" pitchFamily="18" charset="0"/>
        <a:buChar char="●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charset="0"/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Free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567461"/>
            <a:ext cx="2952328" cy="2009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921780"/>
            <a:ext cx="2809875" cy="1485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1340768"/>
            <a:ext cx="4170040" cy="32925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472" y="5043488"/>
            <a:ext cx="3962400" cy="1590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283" y="3462338"/>
            <a:ext cx="39147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3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Ideal 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4320480" cy="15608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893488"/>
            <a:ext cx="3627144" cy="24879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024379"/>
            <a:ext cx="3632387" cy="28691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472" y="5075125"/>
            <a:ext cx="4291955" cy="95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8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Non-ideal 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" y="1052736"/>
            <a:ext cx="3676058" cy="13417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124" y="1052736"/>
            <a:ext cx="3924943" cy="30963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93" y="4744836"/>
            <a:ext cx="2689640" cy="185908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395" y="4745039"/>
            <a:ext cx="2684589" cy="18462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123" y="5485824"/>
            <a:ext cx="4718243" cy="108544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4" y="3652780"/>
            <a:ext cx="4032448" cy="9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6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68760"/>
            <a:ext cx="4546451" cy="1644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523" y="3717032"/>
            <a:ext cx="3133353" cy="25138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047" y="1145426"/>
            <a:ext cx="2732953" cy="18912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3717032"/>
            <a:ext cx="3218280" cy="25953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723" y="2192443"/>
            <a:ext cx="6162255" cy="140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49989"/>
      </p:ext>
    </p:extLst>
  </p:cSld>
  <p:clrMapOvr>
    <a:masterClrMapping/>
  </p:clrMapOvr>
</p:sld>
</file>

<file path=ppt/theme/theme1.xml><?xml version="1.0" encoding="utf-8"?>
<a:theme xmlns:a="http://schemas.openxmlformats.org/drawingml/2006/main" name="MS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3.xml><?xml version="1.0" encoding="utf-8"?>
<a:theme xmlns:a="http://schemas.openxmlformats.org/drawingml/2006/main" name="2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4.xml><?xml version="1.0" encoding="utf-8"?>
<a:theme xmlns:a="http://schemas.openxmlformats.org/drawingml/2006/main" name="3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5.xml><?xml version="1.0" encoding="utf-8"?>
<a:theme xmlns:a="http://schemas.openxmlformats.org/drawingml/2006/main" name="4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6.xml><?xml version="1.0" encoding="utf-8"?>
<a:theme xmlns:a="http://schemas.openxmlformats.org/drawingml/2006/main" name="5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7.xml><?xml version="1.0" encoding="utf-8"?>
<a:theme xmlns:a="http://schemas.openxmlformats.org/drawingml/2006/main" name="6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8.xml><?xml version="1.0" encoding="utf-8"?>
<a:theme xmlns:a="http://schemas.openxmlformats.org/drawingml/2006/main" name="7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9.xml><?xml version="1.0" encoding="utf-8"?>
<a:theme xmlns:a="http://schemas.openxmlformats.org/drawingml/2006/main" name="8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0.xml><?xml version="1.0" encoding="utf-8"?>
<a:theme xmlns:a="http://schemas.openxmlformats.org/drawingml/2006/main" name="9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1.xml><?xml version="1.0" encoding="utf-8"?>
<a:theme xmlns:a="http://schemas.openxmlformats.org/drawingml/2006/main" name="10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2.xml><?xml version="1.0" encoding="utf-8"?>
<a:theme xmlns:a="http://schemas.openxmlformats.org/drawingml/2006/main" name="11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3.xml><?xml version="1.0" encoding="utf-8"?>
<a:theme xmlns:a="http://schemas.openxmlformats.org/drawingml/2006/main" name="12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4.xml><?xml version="1.0" encoding="utf-8"?>
<a:theme xmlns:a="http://schemas.openxmlformats.org/drawingml/2006/main" name="13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5.xml><?xml version="1.0" encoding="utf-8"?>
<a:theme xmlns:a="http://schemas.openxmlformats.org/drawingml/2006/main" name="14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otx" id="{451D13CC-7256-4F01-A32C-B4380D4A7B47}" vid="{CF23E1DB-9006-4381-9516-1E6316366618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41683</TotalTime>
  <Words>10</Words>
  <Application>Microsoft Office PowerPoint</Application>
  <PresentationFormat>On-screen Show (4:3)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4</vt:i4>
      </vt:variant>
    </vt:vector>
  </HeadingPairs>
  <TitlesOfParts>
    <vt:vector size="25" baseType="lpstr">
      <vt:lpstr>宋体</vt:lpstr>
      <vt:lpstr>Arial</vt:lpstr>
      <vt:lpstr>Calibri</vt:lpstr>
      <vt:lpstr>Times New Roman</vt:lpstr>
      <vt:lpstr>Verdana</vt:lpstr>
      <vt:lpstr>Wingdings</vt:lpstr>
      <vt:lpstr>MST</vt:lpstr>
      <vt:lpstr>1_Level</vt:lpstr>
      <vt:lpstr>2_Level</vt:lpstr>
      <vt:lpstr>3_Level</vt:lpstr>
      <vt:lpstr>4_Level</vt:lpstr>
      <vt:lpstr>5_Level</vt:lpstr>
      <vt:lpstr>6_Level</vt:lpstr>
      <vt:lpstr>7_Level</vt:lpstr>
      <vt:lpstr>8_Level</vt:lpstr>
      <vt:lpstr>9_Level</vt:lpstr>
      <vt:lpstr>10_Level</vt:lpstr>
      <vt:lpstr>11_Level</vt:lpstr>
      <vt:lpstr>12_Level</vt:lpstr>
      <vt:lpstr>13_Level</vt:lpstr>
      <vt:lpstr>14_Level</vt:lpstr>
      <vt:lpstr>Free space</vt:lpstr>
      <vt:lpstr>Ideal Ground</vt:lpstr>
      <vt:lpstr>Non-ideal Ground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 zhong</dc:creator>
  <cp:lastModifiedBy>Zhong, Yang</cp:lastModifiedBy>
  <cp:revision>689</cp:revision>
  <cp:lastPrinted>2018-05-18T13:57:34Z</cp:lastPrinted>
  <dcterms:created xsi:type="dcterms:W3CDTF">2017-10-25T01:43:43Z</dcterms:created>
  <dcterms:modified xsi:type="dcterms:W3CDTF">2019-01-22T21:41:50Z</dcterms:modified>
</cp:coreProperties>
</file>